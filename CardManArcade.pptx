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CardMan Arcade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Введение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Проект</a:t>
            </a:r>
            <a:r>
              <a:rPr lang="en-US" altLang="ru-RU"/>
              <a:t> </a:t>
            </a:r>
            <a:r>
              <a:rPr lang="" altLang="en-US"/>
              <a:t>«</a:t>
            </a:r>
            <a:r>
              <a:rPr lang="en-US" altLang="ru-RU"/>
              <a:t>CardMan Game Arcade</a:t>
            </a:r>
            <a:r>
              <a:rPr lang="" altLang="en-US"/>
              <a:t>»</a:t>
            </a:r>
            <a:r>
              <a:rPr lang="en-US" altLang="ru-RU"/>
              <a:t> </a:t>
            </a:r>
            <a:r>
              <a:rPr lang="en-US" altLang="en-US"/>
              <a:t>представляет</a:t>
            </a:r>
            <a:r>
              <a:rPr lang="en-US" altLang="ru-RU"/>
              <a:t> </a:t>
            </a:r>
            <a:r>
              <a:rPr lang="en-US" altLang="en-US"/>
              <a:t>собой</a:t>
            </a:r>
            <a:r>
              <a:rPr lang="en-US" altLang="ru-RU"/>
              <a:t> </a:t>
            </a:r>
            <a:r>
              <a:rPr lang="en-US" altLang="en-US"/>
              <a:t>компьютерную</a:t>
            </a:r>
            <a:r>
              <a:rPr lang="en-US" altLang="ru-RU"/>
              <a:t> </a:t>
            </a:r>
            <a:r>
              <a:rPr lang="en-US" altLang="en-US"/>
              <a:t>игру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жанре</a:t>
            </a:r>
            <a:r>
              <a:rPr lang="en-US" altLang="ru-RU"/>
              <a:t> roguelike, </a:t>
            </a:r>
            <a:r>
              <a:rPr lang="en-US" altLang="en-US"/>
              <a:t>разрабатываемую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языке</a:t>
            </a:r>
            <a:r>
              <a:rPr lang="en-US" altLang="ru-RU"/>
              <a:t> Python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использованием</a:t>
            </a:r>
            <a:r>
              <a:rPr lang="en-US" altLang="ru-RU"/>
              <a:t> </a:t>
            </a:r>
            <a:r>
              <a:rPr lang="en-US" altLang="en-US"/>
              <a:t>графического</a:t>
            </a:r>
            <a:r>
              <a:rPr lang="en-US" altLang="ru-RU"/>
              <a:t> </a:t>
            </a:r>
            <a:r>
              <a:rPr lang="en-US" altLang="en-US"/>
              <a:t>фреймворка</a:t>
            </a:r>
            <a:r>
              <a:rPr lang="en-US" altLang="ru-RU"/>
              <a:t> Arcade. </a:t>
            </a:r>
            <a:r>
              <a:rPr lang="en-US" altLang="en-US"/>
              <a:t>Игра</a:t>
            </a:r>
            <a:r>
              <a:rPr lang="en-US" altLang="ru-RU"/>
              <a:t> </a:t>
            </a:r>
            <a:r>
              <a:rPr lang="en-US" altLang="en-US"/>
              <a:t>сочетает</a:t>
            </a:r>
            <a:r>
              <a:rPr lang="en-US" altLang="ru-RU"/>
              <a:t> </a:t>
            </a:r>
            <a:r>
              <a:rPr lang="en-US" altLang="en-US"/>
              <a:t>элементы</a:t>
            </a:r>
            <a:r>
              <a:rPr lang="en-US" altLang="ru-RU"/>
              <a:t> </a:t>
            </a:r>
            <a:r>
              <a:rPr lang="en-US" altLang="en-US"/>
              <a:t>динамически</a:t>
            </a:r>
            <a:r>
              <a:rPr lang="en-US" altLang="ru-RU"/>
              <a:t> </a:t>
            </a:r>
            <a:r>
              <a:rPr lang="en-US" altLang="en-US"/>
              <a:t>генерируемых</a:t>
            </a:r>
            <a:r>
              <a:rPr lang="en-US" altLang="ru-RU"/>
              <a:t> </a:t>
            </a:r>
            <a:r>
              <a:rPr lang="en-US" altLang="en-US"/>
              <a:t>лабиринтов</a:t>
            </a:r>
            <a:r>
              <a:rPr lang="en-US" altLang="ru-RU"/>
              <a:t>, </a:t>
            </a:r>
            <a:r>
              <a:rPr lang="en-US" altLang="en-US"/>
              <a:t>прогрессивной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 </a:t>
            </a:r>
            <a:r>
              <a:rPr lang="en-US" altLang="en-US"/>
              <a:t>способностей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перманентной</a:t>
            </a:r>
            <a:r>
              <a:rPr lang="en-US" altLang="ru-RU"/>
              <a:t> </a:t>
            </a:r>
            <a:r>
              <a:rPr lang="en-US" altLang="en-US"/>
              <a:t>смерти</a:t>
            </a:r>
            <a:r>
              <a:rPr lang="en-US" altLang="ru-RU"/>
              <a:t>, </a:t>
            </a:r>
            <a:r>
              <a:rPr lang="en-US" altLang="en-US"/>
              <a:t>что</a:t>
            </a:r>
            <a:r>
              <a:rPr lang="en-US" altLang="ru-RU"/>
              <a:t> </a:t>
            </a:r>
            <a:r>
              <a:rPr lang="en-US" altLang="en-US"/>
              <a:t>обеспечивает</a:t>
            </a:r>
            <a:r>
              <a:rPr lang="en-US" altLang="ru-RU"/>
              <a:t> </a:t>
            </a:r>
            <a:r>
              <a:rPr lang="en-US" altLang="en-US"/>
              <a:t>высокий</a:t>
            </a:r>
            <a:r>
              <a:rPr lang="en-US" altLang="ru-RU"/>
              <a:t> </a:t>
            </a:r>
            <a:r>
              <a:rPr lang="en-US" altLang="en-US"/>
              <a:t>уровень</a:t>
            </a:r>
            <a:r>
              <a:rPr lang="en-US" altLang="ru-RU"/>
              <a:t> </a:t>
            </a:r>
            <a:r>
              <a:rPr lang="en-US" altLang="en-US"/>
              <a:t>реиграбельности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тактической</a:t>
            </a:r>
            <a:r>
              <a:rPr lang="en-US" altLang="ru-RU"/>
              <a:t> </a:t>
            </a:r>
            <a:r>
              <a:rPr lang="en-US" altLang="en-US"/>
              <a:t>глубины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Технический стек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/>
              <a:t>- </a:t>
            </a:r>
            <a:r>
              <a:rPr lang="en-US" altLang="en-US"/>
              <a:t>Язык</a:t>
            </a:r>
            <a:r>
              <a:rPr lang="en-US" altLang="ru-RU"/>
              <a:t>: Python 3.10+</a:t>
            </a:r>
            <a:endParaRPr lang="en-US" altLang="ru-RU"/>
          </a:p>
          <a:p>
            <a:r>
              <a:rPr lang="en-US" altLang="ru-RU"/>
              <a:t>- </a:t>
            </a:r>
            <a:r>
              <a:rPr lang="en-US" altLang="en-US"/>
              <a:t>Графический</a:t>
            </a:r>
            <a:r>
              <a:rPr lang="en-US" altLang="ru-RU"/>
              <a:t> </a:t>
            </a:r>
            <a:r>
              <a:rPr lang="en-US" altLang="en-US"/>
              <a:t>фреймворк</a:t>
            </a:r>
            <a:r>
              <a:rPr lang="en-US" altLang="ru-RU"/>
              <a:t>: Arcade</a:t>
            </a:r>
            <a:endParaRPr lang="en-US" altLang="ru-RU"/>
          </a:p>
          <a:p>
            <a:r>
              <a:rPr lang="en-US" altLang="ru-RU"/>
              <a:t>- </a:t>
            </a:r>
            <a:r>
              <a:rPr lang="en-US" altLang="en-US"/>
              <a:t>Дополнительные</a:t>
            </a:r>
            <a:r>
              <a:rPr lang="en-US" altLang="ru-RU"/>
              <a:t> </a:t>
            </a:r>
            <a:r>
              <a:rPr lang="en-US" altLang="en-US"/>
              <a:t>библиотеки</a:t>
            </a:r>
            <a:r>
              <a:rPr lang="en-US" altLang="ru-RU"/>
              <a:t>: random, math, sys</a:t>
            </a:r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СПАСИБО ЗА ВНИМАНИЕ!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WPS Presentation</Application>
  <PresentationFormat>宽屏</PresentationFormat>
  <Paragraphs>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User</cp:lastModifiedBy>
  <cp:revision>4</cp:revision>
  <dcterms:created xsi:type="dcterms:W3CDTF">2025-07-23T00:59:00Z</dcterms:created>
  <dcterms:modified xsi:type="dcterms:W3CDTF">2026-01-19T19:21:39Z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9823F9EC6C5A4BCF8BE78990811899F9_11</vt:lpwstr>
  </property>
</Properties>
</file>